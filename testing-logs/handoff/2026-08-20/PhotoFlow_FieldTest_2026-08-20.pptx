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417320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58952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real-workflow field test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8952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Tethered Canon T7 on Motorola  ·  native camera on Samsung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20,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50749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A2333"/>
          </a:solidFill>
          <a:ln w="12700">
            <a:solidFill>
              <a:srgbClr val="1E5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1389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513892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uploaded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went through its first real field test — one operator shooting a live workflow on two phones, one tethered to a Canon DSLR and one using its own camera. Every photo captured made it to the server.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770632"/>
            <a:ext cx="640080" cy="640080"/>
          </a:xfrm>
          <a:prstGeom prst="ellipse">
            <a:avLst/>
          </a:prstGeom>
          <a:solidFill>
            <a:srgbClr val="1E5F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got through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26 photos uploaded. No failures, nothing stuck in the queue, no photos filed to the wrong customer.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98848" y="242316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2770632"/>
            <a:ext cx="640080" cy="640080"/>
          </a:xfrm>
          <a:prstGeom prst="ellipse">
            <a:avLst/>
          </a:prstGeom>
          <a:solidFill>
            <a:srgbClr val="5A431A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18888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risky bugs were caught first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18888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code review before testing found and fixed ten issues — three that could have lost or corrupted customer photos.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49056" y="242316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69096" y="2770632"/>
            <a:ext cx="640080" cy="640080"/>
          </a:xfrm>
          <a:prstGeom prst="ellipse">
            <a:avLst/>
          </a:prstGeom>
          <a:solidFill>
            <a:srgbClr val="2E3A50"/>
          </a:solidFill>
          <a:ln/>
        </p:spPr>
      </p:sp>
      <p:sp>
        <p:nvSpPr>
          <p:cNvPr id="16" name="Text 14"/>
          <p:cNvSpPr/>
          <p:nvPr/>
        </p:nvSpPr>
        <p:spPr>
          <a:xfrm>
            <a:off x="8769096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769096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fully proven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69096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Failure-recovery paths have never actually been triggered. Deliberate stress testing is the next step.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session, by the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computed directly from the phones' databases captured after the session.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67919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created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84448" y="267919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captured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9088" y="267919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(26 of 26)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920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53728" y="267919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failures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0215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49808" y="426110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awaiting upload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83280" y="336499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50215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584448" y="426110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to wrong session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36499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50215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19088" y="426110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missing seq #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52560" y="336499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50215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253728" y="426110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ever needed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22E42"/>
          </a:solidFill>
          <a:ln w="12700">
            <a:solidFill>
              <a:srgbClr val="1E5F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recorded use on these two phones:  </a:t>
            </a:r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photos, and not one has ever failed to upload.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phone did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9824" cy="3840480"/>
          </a:xfrm>
          <a:prstGeom prst="roundRect">
            <a:avLst>
              <a:gd name="adj" fmla="val 214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55648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645920"/>
            <a:ext cx="4443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— tethered DSLR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2029968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EOS Rebel T7 over USB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all uploaded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01568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4718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arrive from the camera over the cable and upload in the background.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failed   </a:t>
            </a:r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0 misfiled   </a:t>
            </a:r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0 sequence defects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47104" y="1371600"/>
            <a:ext cx="5449824" cy="3840480"/>
          </a:xfrm>
          <a:prstGeom prst="roundRect">
            <a:avLst>
              <a:gd name="adj" fmla="val 214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12864" y="1755648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15" name="Text 13"/>
          <p:cNvSpPr/>
          <p:nvPr/>
        </p:nvSpPr>
        <p:spPr>
          <a:xfrm>
            <a:off x="7232904" y="1645920"/>
            <a:ext cx="4443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— native camera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32904" y="2029968"/>
            <a:ext cx="4443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S23, device camera capture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2864" y="2514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931152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all uploaded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81744" y="2514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400032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12864" y="3886200"/>
            <a:ext cx="4718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shoots with the phone's own camera; images upload in the background.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12864" y="4572000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failed   </a:t>
            </a:r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0 misfiled   </a:t>
            </a:r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0 sequence defects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rapid captures under three seconds apart were each given correct, distinct numbering — the case that used to collide.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fixed before testing began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pre-deployment code review covered the whole app. All ten issues it found were fixed, unit-tested, and deployed before the first session.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and fixed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20116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A2333"/>
          </a:solidFill>
          <a:ln w="15875">
            <a:solidFill>
              <a:srgbClr val="E565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1488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160520" y="31089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lose or corrupt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2011680"/>
            <a:ext cx="3867912" cy="1828800"/>
          </a:xfrm>
          <a:prstGeom prst="roundRect">
            <a:avLst>
              <a:gd name="adj" fmla="val 4500"/>
            </a:avLst>
          </a:prstGeom>
          <a:solidFill>
            <a:srgbClr val="222E42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606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three critical bugs are visible in the phones' own history — proof they were real problems in the field, not theoretical ones.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critical fixes, in plain terms: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846320"/>
            <a:ext cx="457200" cy="45720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754880"/>
            <a:ext cx="2551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could be filed to the wrong customer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97680" y="457200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4846320"/>
            <a:ext cx="457200" cy="45720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20" name="Text 18"/>
          <p:cNvSpPr/>
          <p:nvPr/>
        </p:nvSpPr>
        <p:spPr>
          <a:xfrm>
            <a:off x="4553712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4754880"/>
            <a:ext cx="2551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upload retried forever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46720" y="457200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2752" y="4846320"/>
            <a:ext cx="457200" cy="45720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15400" y="4754880"/>
            <a:ext cx="2551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transfers could produce corrupt photos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could be filed to the wrong customer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operator opened an earlier session to review its photos, the next shots from the tethered camera were silently saved into that old session — wrong customer, wrong filename, wrong upload destination.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still showed the current session as active. Nothing warned anyone.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68112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5875">
            <a:solidFill>
              <a:srgbClr val="1E5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capture paths now agree on a single active session, so there is no hidden second one to slip into.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on-screen banner appears whenever capture has moved to an earlier session.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489204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1E5F45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48920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adding a photo to an earlier session is now something the operator can choose to do on purpose.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upload retried forever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that couldn't upload was re-sent every four seconds, indefinitely.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phones' history shows it happening: on two occasions an image retried over 700 times — roughly 48 minutes of continuously re-sending a full-size photo to a server that wasn't answering, with no way to stop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68112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5875">
            <a:solidFill>
              <a:srgbClr val="1E5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are now bounded — three by default, and the operator can change it.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network-aware retry that handles genuine outages stays in place, so real connectivity blips still recover on their own.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E565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transfers could corrupt photos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6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USB cable was disturbed mid-transfer, a partially received image was saved and uploaded as though it were complete.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error, no indication — a corrupt file that looked entirely normal.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68112" cy="3931920"/>
          </a:xfrm>
          <a:prstGeom prst="roundRect">
            <a:avLst>
              <a:gd name="adj" fmla="val 2093"/>
            </a:avLst>
          </a:prstGeom>
          <a:solidFill>
            <a:srgbClr val="1A2333"/>
          </a:solidFill>
          <a:ln w="15875">
            <a:solidFill>
              <a:srgbClr val="1E5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transfers are now detected, rejected, and re-fetched, so only complete images are ever saved or uploaded.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addressed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three photo-critical bugs, the review closed several more reliability and security gaps.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E5F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no longer leak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40487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settings files used to contain FTP passwords in plain text, written to the phone's shared Downloads folder. Exports now carry configuration only.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767328"/>
            <a:ext cx="548640" cy="548640"/>
          </a:xfrm>
          <a:prstGeom prst="ellipse">
            <a:avLst/>
          </a:prstGeom>
          <a:solidFill>
            <a:srgbClr val="1E5F4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55701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data-loss case, surfaced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977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taken while the USB cable was unplugged were never imported, and nothing said so. The app now warns that those shots are still on the camera card.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340096"/>
            <a:ext cx="548640" cy="548640"/>
          </a:xfrm>
          <a:prstGeom prst="ellipse">
            <a:avLst/>
          </a:prstGeom>
          <a:solidFill>
            <a:srgbClr val="1E5F4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40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12978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Steadier tethering &amp; queue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555040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fixes to tethering recovery and to the accuracy of the transfer queue the operator watches during a shoot.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0A9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4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CALLING IT DONE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yet proven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A2333"/>
          </a:solidFill>
          <a:ln w="15875">
            <a:solidFill>
              <a:srgbClr val="5A4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5A431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has never been exercised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39572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 on either phone has ever been recorded as failed. The error display and recovery flow are built, but have not been seen under real failure conditions.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A2333"/>
          </a:solidFill>
          <a:ln w="15875">
            <a:solidFill>
              <a:srgbClr val="5A43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75888"/>
            <a:ext cx="548640" cy="548640"/>
          </a:xfrm>
          <a:prstGeom prst="ellipse">
            <a:avLst/>
          </a:prstGeom>
          <a:solidFill>
            <a:srgbClr val="5A431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4930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tethering recovery paths have never run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87705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fire when something goes wrong in a specific way — and nothing has yet gone wrong in that way. Untested in the field by definition.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A2333"/>
          </a:solidFill>
          <a:ln w="15875">
            <a:solidFill>
              <a:srgbClr val="5A4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157216"/>
            <a:ext cx="548640" cy="548640"/>
          </a:xfrm>
          <a:prstGeom prst="ellipse">
            <a:avLst/>
          </a:prstGeom>
          <a:solidFill>
            <a:srgbClr val="5A431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38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497433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still narrow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535838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is one operator, two phones, and one camera model. Broader conditions remain to be tried.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numbers in this deck are real — but a report implying “fully validated” would be wrong.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222E42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logging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12140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being installed on the handsets. Today, if something goes wrong in the field the diagnostic record is lost within minutes — this makes every session self-documenting.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738360" y="19659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5A431A"/>
          </a:solidFill>
          <a:ln/>
        </p:spPr>
      </p:sp>
      <p:sp>
        <p:nvSpPr>
          <p:cNvPr id="9" name="Text 7"/>
          <p:cNvSpPr/>
          <p:nvPr/>
        </p:nvSpPr>
        <p:spPr>
          <a:xfrm>
            <a:off x="9738360" y="1965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222E42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failure testing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28800" y="37673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an unreachable server to confirm photos recover cleanly and the operator sees an accurate queue — exercising the paths this session couldn't.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738360" y="3611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/>
        </p:spPr>
      </p:sp>
      <p:sp>
        <p:nvSpPr>
          <p:cNvPr id="16" name="Text 14"/>
          <p:cNvSpPr/>
          <p:nvPr/>
        </p:nvSpPr>
        <p:spPr>
          <a:xfrm>
            <a:off x="9738360" y="3611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A2333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rgbClr val="222E42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sessions, more variety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828800" y="541324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field sessions across more operators, devices, cameras, and network conditions.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38360" y="52578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E3A50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5257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48840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first run — and a clear-eyed to-do list.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58952" y="3977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4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photo captured this session reached the server, and the bugs that could have lost customer photos were fixed before anyone shot a frame. The next step is to deliberately break things — proving the recovery paths hold before this goes wider.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PhotoFlow Mobile  ·  Field Test 2026-08-20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PhotoFlow Mobile — First Field Test</dc:title>
  <dc:subject>PptxGenJS Presentation</dc:subject>
  <dc:creator>PhotoFlow Mobile</dc:creator>
  <cp:lastModifiedBy>PhotoFlow Mobile</cp:lastModifiedBy>
  <cp:revision>1</cp:revision>
  <dcterms:created xsi:type="dcterms:W3CDTF">2026-08-22T07:40:03Z</dcterms:created>
  <dcterms:modified xsi:type="dcterms:W3CDTF">2026-08-22T07:40:03Z</dcterms:modified>
</cp:coreProperties>
</file>